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ntuchel-Desktop-finngraph-client/440fadbd-5bba-4c60-95a7-5738ce5fdebe/scratchpad/deck/shots/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Finngraph — 중간보고</dc:title>
  <dc:subject>PptxGenJS Presentation</dc:subject>
  <dc:creator>팀 쓰리백 (THREE BACK)</dc:creator>
  <cp:lastModifiedBy>팀 쓰리백 (THREE BACK)</cp:lastModifiedBy>
  <cp:revision>1</cp:revision>
  <dcterms:created xsi:type="dcterms:W3CDTF">2026-08-22T03:30:26Z</dcterms:created>
  <dcterms:modified xsi:type="dcterms:W3CDTF">2026-08-22T03:30:26Z</dcterms:modified>
</cp:coreProperties>
</file>